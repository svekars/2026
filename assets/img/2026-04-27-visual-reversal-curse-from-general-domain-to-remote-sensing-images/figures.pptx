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4EF7-F99D-4950-964B-3142BD9101A0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6B73D-994A-4434-80E9-7FFF41729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92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4EF7-F99D-4950-964B-3142BD9101A0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6B73D-994A-4434-80E9-7FFF41729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694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4EF7-F99D-4950-964B-3142BD9101A0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6B73D-994A-4434-80E9-7FFF41729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693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4EF7-F99D-4950-964B-3142BD9101A0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6B73D-994A-4434-80E9-7FFF41729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752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4EF7-F99D-4950-964B-3142BD9101A0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6B73D-994A-4434-80E9-7FFF41729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27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4EF7-F99D-4950-964B-3142BD9101A0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6B73D-994A-4434-80E9-7FFF41729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041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4EF7-F99D-4950-964B-3142BD9101A0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6B73D-994A-4434-80E9-7FFF41729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683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4EF7-F99D-4950-964B-3142BD9101A0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6B73D-994A-4434-80E9-7FFF41729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690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4EF7-F99D-4950-964B-3142BD9101A0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6B73D-994A-4434-80E9-7FFF41729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63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4EF7-F99D-4950-964B-3142BD9101A0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6B73D-994A-4434-80E9-7FFF41729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083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4EF7-F99D-4950-964B-3142BD9101A0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6B73D-994A-4434-80E9-7FFF41729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07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34EF7-F99D-4950-964B-3142BD9101A0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6B73D-994A-4434-80E9-7FFF41729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59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997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User</dc:creator>
  <cp:lastModifiedBy>Windows User</cp:lastModifiedBy>
  <cp:revision>2</cp:revision>
  <dcterms:created xsi:type="dcterms:W3CDTF">2025-12-04T05:28:07Z</dcterms:created>
  <dcterms:modified xsi:type="dcterms:W3CDTF">2025-12-04T06:44:02Z</dcterms:modified>
</cp:coreProperties>
</file>